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32" y="0"/>
            <a:ext cx="3886200" cy="6858000"/>
          </a:xfrm>
          <a:prstGeom prst="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64008" cy="6858000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0292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" y="585216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IILM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841248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E0CFB0"/>
                </a:solidFill>
                <a:latin typeface="Aptos"/>
              </a:rPr>
              <a:t>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694" y="1917736"/>
            <a:ext cx="4089138" cy="1046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i="0" dirty="0">
                <a:solidFill>
                  <a:srgbClr val="FFFFFF"/>
                </a:solidFill>
                <a:latin typeface="Georgia"/>
              </a:rPr>
              <a:t>INTERNSHIP
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82112"/>
            <a:ext cx="2788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CFB0"/>
                </a:solidFill>
                <a:latin typeface="Aptos"/>
              </a:rPr>
              <a:t>Junior Data Analyst
– Agribusiness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75C3D"/>
                </a:solidFill>
                <a:latin typeface="Aptos"/>
              </a:rPr>
              <a:t>YUVAINTERN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95604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31 JULY — 28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1005840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E1F1B"/>
                </a:solidFill>
                <a:latin typeface="Georgia"/>
              </a:rPr>
              <a:t>ARPAN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517904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4635A"/>
                </a:solidFill>
                <a:latin typeface="Aptos"/>
              </a:rPr>
              <a:t>B.Tech CSE  |  Roll No. 2410030086  |  Batch 2024–2028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77440"/>
            <a:ext cx="47548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E1F1B"/>
                </a:solidFill>
                <a:latin typeface="Georgia"/>
              </a:rPr>
              <a:t>A four-week virtual internship covering
data collection, visualization,
forecasting and performance evaluation.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114800"/>
            <a:ext cx="530352" cy="36576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4206240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418795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1F1B"/>
                </a:solidFill>
                <a:latin typeface="Aptos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681728"/>
            <a:ext cx="530352" cy="36576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0" y="4773168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75488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1F1B"/>
                </a:solidFill>
                <a:latin typeface="Aptos"/>
              </a:rPr>
              <a:t>INSIGHT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5248656"/>
            <a:ext cx="530352" cy="36576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0" y="5340096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32180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E1F1B"/>
                </a:solidFill>
                <a:latin typeface="Aptos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2148840"/>
            <a:ext cx="1508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89432E"/>
                </a:solidFill>
                <a:latin typeface="Georgia"/>
              </a:rPr>
              <a:t>Agriculture &amp; Agribusiness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977639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1E1F1B"/>
                </a:solidFill>
                <a:latin typeface="Aptos"/>
              </a:rPr>
              <a:t>REMOTE
4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Internship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468880" cy="123444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B75C3D"/>
                </a:solidFill>
                <a:latin typeface="Georgia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343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4635A"/>
                </a:solidFill>
                <a:latin typeface="Aptos"/>
              </a:rPr>
              <a:t>WEEKS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600200"/>
            <a:ext cx="2468880" cy="123444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93592" y="1847088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B75C3D"/>
                </a:solidFill>
                <a:latin typeface="Georgia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31343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4635A"/>
                </a:solidFill>
                <a:latin typeface="Aptos"/>
              </a:rPr>
              <a:t>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600200"/>
            <a:ext cx="2468880" cy="123444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9944" y="1847088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B75C3D"/>
                </a:solidFill>
                <a:latin typeface="Georgia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31343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4635A"/>
                </a:solidFill>
                <a:latin typeface="Aptos"/>
              </a:rPr>
              <a:t>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89136" y="1600200"/>
            <a:ext cx="2468880" cy="123444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26296" y="1847088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i="0">
                <a:solidFill>
                  <a:srgbClr val="B75C3D"/>
                </a:solidFill>
                <a:latin typeface="Georgia"/>
              </a:rPr>
              <a:t>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2313432"/>
            <a:ext cx="2194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4635A"/>
                </a:solidFill>
                <a:latin typeface="Aptos"/>
              </a:rPr>
              <a:t>SUBMISSION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46120"/>
            <a:ext cx="10927080" cy="2331720"/>
          </a:xfrm>
          <a:prstGeom prst="round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566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0CFB0"/>
                </a:solidFill>
                <a:latin typeface="Aptos"/>
              </a:rPr>
              <a:t>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862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Junior Data Analyst – Agribusiness Virtual Intern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56616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0CFB0"/>
                </a:solidFill>
                <a:latin typeface="Aptos"/>
              </a:rPr>
              <a:t>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8862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Remote / Virtual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0CFB0"/>
                </a:solidFill>
                <a:latin typeface="Aptos"/>
              </a:rPr>
              <a:t>INSTITUTE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8828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IILM University, Greater Noida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72000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0CFB0"/>
                </a:solidFill>
                <a:latin typeface="Aptos"/>
              </a:rPr>
              <a:t>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882896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Agriculture &amp; Agribusiness Data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YuvaIntern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703320" cy="4251960"/>
          </a:xfrm>
          <a:prstGeom prst="round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2468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E85E22"/>
                </a:solidFill>
                <a:latin typeface="Georgia"/>
              </a:rPr>
              <a:t>yuva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54203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200400"/>
            <a:ext cx="2743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0CFB0"/>
                </a:solidFill>
                <a:latin typeface="Aptos"/>
              </a:rPr>
              <a:t>VIRTUAL INTERNSHIP
&amp; JOB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27432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Structured virtual internship experience with role-specific tasks and professional exposure.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492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REMOTE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691640"/>
            <a:ext cx="731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011680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E1F1B"/>
                </a:solidFill>
                <a:latin typeface="Georgia"/>
              </a:rPr>
              <a:t>Junior Data Analyst – Agribusiness Virtual Intern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971800"/>
            <a:ext cx="6172200" cy="749808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02352" y="3099816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8152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F1B"/>
                </a:solidFill>
                <a:latin typeface="Aptos"/>
              </a:rPr>
              <a:t>Agricultural and agribusiness data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3931920"/>
            <a:ext cx="6172200" cy="749808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02352" y="4059935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E1F1B"/>
                </a:solidFill>
                <a:latin typeface="Aptos"/>
              </a:rPr>
              <a:t>31 July – 28 August 2026.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892040"/>
            <a:ext cx="6172200" cy="749808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02352" y="5020055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Responsibility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00176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E1F1B"/>
                </a:solidFill>
                <a:latin typeface="Aptos"/>
              </a:rPr>
              <a:t>Analyze agricultural and agribusiness data using R programming and provide insights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The analytical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212080" cy="425196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RAW AGRIBUSINESS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4343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1E1F1B"/>
                </a:solidFill>
                <a:latin typeface="Georgia"/>
              </a:rPr>
              <a:t>Raw information is not automatically useful.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27248"/>
            <a:ext cx="43434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1E1F1B"/>
                </a:solidFill>
                <a:latin typeface="Aptos"/>
              </a:rPr>
              <a:t>• Missing values and inconsistencies can affect quality.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1F1B"/>
                </a:solidFill>
                <a:latin typeface="Aptos"/>
              </a:rPr>
              <a:t>• Important trends may be hidden in raw tables.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1F1B"/>
                </a:solidFill>
                <a:latin typeface="Aptos"/>
              </a:rPr>
              <a:t>• Future patterns need structured forecasting.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1E1F1B"/>
                </a:solidFill>
                <a:latin typeface="Aptos"/>
              </a:rPr>
              <a:t>• Business decisions need measurable KPIs.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10896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1572768"/>
            <a:ext cx="4709160" cy="4251960"/>
          </a:xfrm>
          <a:prstGeom prst="round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50608" y="1901952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0CFB0"/>
                </a:solidFill>
                <a:latin typeface="Aptos"/>
              </a:rPr>
              <a:t>ANALYTICAL 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9572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395728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COLLECT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39572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0CFB0"/>
                </a:solidFill>
                <a:latin typeface="Aptos"/>
              </a:rPr>
              <a:t>Relevant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2962656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962656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CLEAN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62656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0CFB0"/>
                </a:solidFill>
                <a:latin typeface="Aptos"/>
              </a:rPr>
              <a:t>Reliable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529584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529584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VISUALIZE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29584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0CFB0"/>
                </a:solidFill>
                <a:latin typeface="Aptos"/>
              </a:rPr>
              <a:t>Clear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8" y="4096512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096512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FORECAST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096512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0CFB0"/>
                </a:solidFill>
                <a:latin typeface="Aptos"/>
              </a:rPr>
              <a:t>Future patterns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66344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663440"/>
            <a:ext cx="1280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ptos"/>
              </a:rP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663440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E0CFB0"/>
                </a:solidFill>
                <a:latin typeface="Aptos"/>
              </a:rPr>
              <a:t>KPIs +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Six goals of the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" y="181051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1965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COLLECT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219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Explore public agribusiness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60020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181051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947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181965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CLEAN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2219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Improve data quality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60020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75320" y="181051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194767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181965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VISUALIZE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22199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Communicate trends clearly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1188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68680" y="382219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395935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3133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FORECAST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23367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Study future patterns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61688" y="361188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72000" y="382219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0" y="395935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83133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23367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Use KPIs and benchmarks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3611880"/>
            <a:ext cx="3337560" cy="1645920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75320" y="3822192"/>
            <a:ext cx="502920" cy="50292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75320" y="395935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83133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E1F1B"/>
                </a:solidFill>
                <a:latin typeface="Aptos"/>
              </a:rPr>
              <a:t>RECOMMEND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233672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80" b="0" i="0">
                <a:solidFill>
                  <a:srgbClr val="64635A"/>
                </a:solidFill>
                <a:latin typeface="Aptos"/>
              </a:rPr>
              <a:t>Support data-driven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SCOPE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What the project covered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56231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PROJECT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67712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13432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Data collection &amp; exploration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25496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07791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871215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Data cleaning &amp; preprocessing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383280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65576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429000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Visualization &amp;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941064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86784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Predictive analysis &amp; forecasting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98848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581144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544568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KPI evaluation &amp; benchmarking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056631"/>
            <a:ext cx="384048" cy="32004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138927"/>
            <a:ext cx="384048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02351"/>
            <a:ext cx="3703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30" b="1" i="0">
                <a:solidFill>
                  <a:srgbClr val="1E1F1B"/>
                </a:solidFill>
                <a:latin typeface="Aptos"/>
              </a:rPr>
              <a:t>Strategic recommendations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53328" y="1572768"/>
            <a:ext cx="5486400" cy="4480560"/>
          </a:xfrm>
          <a:prstGeom prst="roundRect">
            <a:avLst/>
          </a:prstGeom>
          <a:solidFill>
            <a:srgbClr val="F7F4EC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1856231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B75C3D"/>
                </a:solidFill>
                <a:latin typeface="Aptos"/>
              </a:rPr>
              <a:t>TOOLS / TECHNIQUES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2267712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2414016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R Programming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33688" y="2267712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06840" y="2414016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Data Analysis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980944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28232" y="3127248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Data Cleaning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33688" y="2980944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06840" y="3127248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Data Visualization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55080" y="3694176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28232" y="3840480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ARIMA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33688" y="3694176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06840" y="3840480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Exponential Smoothing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407408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28232" y="4553712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Regression Models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33688" y="4407408"/>
            <a:ext cx="2331720" cy="502920"/>
          </a:xfrm>
          <a:prstGeom prst="roundRect">
            <a:avLst/>
          </a:prstGeom>
          <a:solidFill>
            <a:srgbClr val="EEF4E5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06840" y="4553712"/>
            <a:ext cx="21854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 i="0">
                <a:solidFill>
                  <a:srgbClr val="1E1F1B"/>
                </a:solidFill>
                <a:latin typeface="Aptos"/>
              </a:rPr>
              <a:t>KPI &amp; Benchmarking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440680"/>
            <a:ext cx="4754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4635A"/>
                </a:solidFill>
                <a:latin typeface="Aptos"/>
              </a:rPr>
              <a:t>R programming is specifically mentioned in the internship offer letter.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A simple end-to-end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792224"/>
            <a:ext cx="438912" cy="384048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7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185623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DATA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0487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Public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2763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39312" y="1792224"/>
            <a:ext cx="438912" cy="384048"/>
          </a:xfrm>
          <a:prstGeom prst="roundRect">
            <a:avLst/>
          </a:prstGeom>
          <a:solidFill>
            <a:srgbClr val="A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892807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185623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0487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Gather variables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162763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47104" y="1792224"/>
            <a:ext cx="438912" cy="384048"/>
          </a:xfrm>
          <a:prstGeom prst="roundRect">
            <a:avLst/>
          </a:prstGeom>
          <a:solidFill>
            <a:srgbClr val="894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7104" y="1892807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85623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40487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Understand patterns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0304" y="162763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454896" y="1792224"/>
            <a:ext cx="438912" cy="384048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6" y="1892807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0112" y="185623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CLEANING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240487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Handle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77647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3941063"/>
            <a:ext cx="438912" cy="384048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4041648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400507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VISUALIZATION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55371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Communicate trends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74720" y="377647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639312" y="3941063"/>
            <a:ext cx="438912" cy="384048"/>
          </a:xfrm>
          <a:prstGeom prst="roundRect">
            <a:avLst/>
          </a:prstGeom>
          <a:solidFill>
            <a:srgbClr val="A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9312" y="4041648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400507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PREDICTIVE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55371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Study future patterns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82512" y="377647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547104" y="3941063"/>
            <a:ext cx="438912" cy="384048"/>
          </a:xfrm>
          <a:prstGeom prst="roundRect">
            <a:avLst/>
          </a:prstGeom>
          <a:solidFill>
            <a:srgbClr val="894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47104" y="4041648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00507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KPI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65392" y="455371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Measure performance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0304" y="3776472"/>
            <a:ext cx="2487168" cy="1353312"/>
          </a:xfrm>
          <a:prstGeom prst="roundRect">
            <a:avLst/>
          </a:prstGeom>
          <a:solidFill>
            <a:srgbClr val="FCFAF4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454896" y="3941063"/>
            <a:ext cx="438912" cy="384048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454896" y="4041648"/>
            <a:ext cx="4389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2" y="400507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i="0">
                <a:solidFill>
                  <a:srgbClr val="1E1F1B"/>
                </a:solidFill>
                <a:latin typeface="Aptos"/>
              </a:rPr>
              <a:t>RECOMMENDATIONS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3184" y="4553712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64635A"/>
                </a:solidFill>
                <a:latin typeface="Aptos"/>
              </a:rPr>
              <a:t>Support decisions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90088" y="21305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21305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213055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90088" y="42793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42793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05672" y="427939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B75C3D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Four weeks of structured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27632"/>
            <a:ext cx="2560320" cy="4224528"/>
          </a:xfrm>
          <a:prstGeom prst="round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874519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WEEK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1762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E0CFB0"/>
                </a:solidFill>
                <a:latin typeface="Aptos"/>
              </a:rPr>
              <a:t>DATA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Data Collection, Exploration &amp; Cleaning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886200"/>
            <a:ext cx="822960" cy="32004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422452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Identify sources, data types, cleaning steps and challenges.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3492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627632"/>
            <a:ext cx="2560320" cy="4224528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1874519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WEEK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1762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E0CFB0"/>
                </a:solidFill>
                <a:latin typeface="Aptos"/>
              </a:rPr>
              <a:t>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4320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Data Visualization &amp;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886200"/>
            <a:ext cx="822960" cy="32004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22452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Plan metrics, chart types, layouts and storyboard.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3492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82512" y="1627632"/>
            <a:ext cx="2560320" cy="4224528"/>
          </a:xfrm>
          <a:prstGeom prst="roundRect">
            <a:avLst/>
          </a:prstGeom>
          <a:solidFill>
            <a:srgbClr val="A6B1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65392" y="1874519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WEEK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1762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1E1F1B"/>
                </a:solidFill>
                <a:latin typeface="Aptos"/>
              </a:rPr>
              <a:t>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74320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Predictive Analysis &amp; Trend Forecasting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2" y="3886200"/>
            <a:ext cx="822960" cy="32004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422452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Study ARIMA, smoothing, regression and validation.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3492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0304" y="1627632"/>
            <a:ext cx="2560320" cy="4224528"/>
          </a:xfrm>
          <a:prstGeom prst="roundRect">
            <a:avLst/>
          </a:prstGeom>
          <a:solidFill>
            <a:srgbClr val="894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73184" y="1874519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WEEK 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73184" y="2176272"/>
            <a:ext cx="2148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E0CFB0"/>
                </a:solidFill>
                <a:latin typeface="Aptos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2743200"/>
            <a:ext cx="21762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Georgia"/>
              </a:rPr>
              <a:t>Performance Evaluation &amp; Recommendations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73184" y="3886200"/>
            <a:ext cx="822960" cy="32004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73184" y="422452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FFFFFF"/>
                </a:solidFill>
                <a:latin typeface="Aptos"/>
              </a:rPr>
              <a:t>Define KPIs, compare benchmarks and formulate recommendations.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534924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2648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4635A"/>
                </a:solidFill>
                <a:latin typeface="Aptos"/>
              </a:rPr>
              <a:t>All four assigned DOC tasks were completed and submitted on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Skills developed through the internship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4650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 i="0">
                <a:solidFill>
                  <a:srgbClr val="1E1F1B"/>
                </a:solidFill>
                <a:latin typeface="Aptos"/>
              </a:rPr>
              <a:t>Understanding of the agribusiness data analytics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615184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7340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33472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Knowledge of data collection, exploration and cleaning.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602736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72160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21024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Ability to plan effective visualizations and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590288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70916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608576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Basic understanding of predictive analysis and forecasting.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627632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99632" y="1746504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645920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1" i="0">
                <a:solidFill>
                  <a:srgbClr val="1E1F1B"/>
                </a:solidFill>
                <a:latin typeface="Aptos"/>
              </a:rPr>
              <a:t>Knowledge of KPI evaluation and benchmarking.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615184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99632" y="27340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633472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Improved analytical and problem-solving skills.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602736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372160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21024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Ability to formulate data-driven recommendations.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9632" y="4590288"/>
            <a:ext cx="457200" cy="457200"/>
          </a:xfrm>
          <a:prstGeom prst="round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709160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608576"/>
            <a:ext cx="45262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80" b="0" i="0">
                <a:solidFill>
                  <a:srgbClr val="1E1F1B"/>
                </a:solidFill>
                <a:latin typeface="Aptos"/>
              </a:rPr>
              <a:t>Practical exposure to Junior Data Analyst responsibilities.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75C3D"/>
                </a:solidFill>
                <a:latin typeface="Aptos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E1F1B"/>
                </a:solidFill>
                <a:latin typeface="Georgia"/>
              </a:rPr>
              <a:t>Internship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548640" cy="32004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64635A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5486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64635A"/>
                </a:solidFill>
                <a:latin typeface="Aptos"/>
              </a:rPr>
              <a:t>Arpan Pandey  •  YuvaIntern  •  IILM University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91072" y="1572768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3CD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12327" y="1810512"/>
            <a:ext cx="3104162" cy="3886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84994" y="1810512"/>
            <a:ext cx="3060812" cy="3886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5742432"/>
            <a:ext cx="4526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B75C3D"/>
                </a:solidFill>
                <a:latin typeface="Aptos"/>
              </a:rPr>
              <a:t>INTERNSHIP OFFER LETTER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5742432"/>
            <a:ext cx="4526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B75C3D"/>
                </a:solidFill>
                <a:latin typeface="Aptos"/>
              </a:rPr>
              <a:t>CERTIFICATE OF EXPERIENCE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F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E0C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6928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6400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IILM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45720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THANK
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83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0CFB0"/>
                </a:solidFill>
                <a:latin typeface="Aptos"/>
              </a:rPr>
              <a:t>Junior Data Analyst – Agribusiness Virtual Intern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041648"/>
            <a:ext cx="1143000" cy="36576"/>
          </a:xfrm>
          <a:prstGeom prst="rect">
            <a:avLst/>
          </a:prstGeom>
          <a:solidFill>
            <a:srgbClr val="B75C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4480560"/>
            <a:ext cx="3931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"/>
              </a:rPr>
              <a:t>Arpan Pandey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91947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E0CFB0"/>
                </a:solidFill>
                <a:latin typeface="Aptos"/>
              </a:rPr>
              <a:t>Roll No. 2410030086  •  B.Tech CSE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035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E0CFB0"/>
                </a:solidFill>
                <a:latin typeface="Aptos"/>
              </a:rPr>
              <a:t>YuvaIntern  •  31 July – 28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97480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E1F1B"/>
                </a:solidFill>
                <a:latin typeface="Aptos"/>
              </a:rPr>
              <a:t>DATA → INSIGHT →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520440"/>
            <a:ext cx="2788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1E1F1B"/>
                </a:solidFill>
                <a:latin typeface="Georgia"/>
              </a:rPr>
              <a:t>AGRIBUSINESS
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672</Words>
  <Application>Microsoft Office PowerPoint</Application>
  <PresentationFormat>Widescreen</PresentationFormat>
  <Paragraphs>223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Nitin Kumar</cp:lastModifiedBy>
  <cp:revision>3</cp:revision>
  <dcterms:created xsi:type="dcterms:W3CDTF">2013-01-27T09:14:16Z</dcterms:created>
  <dcterms:modified xsi:type="dcterms:W3CDTF">2026-09-08T18:59:11Z</dcterms:modified>
  <cp:category/>
</cp:coreProperties>
</file>